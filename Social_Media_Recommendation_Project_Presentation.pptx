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Media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Vaishnavi Satish Shinde</a:t>
            </a:r>
          </a:p>
          <a:p>
            <a:r>
              <a:t>JULY_2026 | Month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social-media user interactions.</a:t>
            </a:r>
          </a:p>
          <a:p>
            <a:pPr>
              <a:defRPr sz="2200"/>
            </a:pPr>
            <a:r>
              <a:t>Learn user preferences from past behavior.</a:t>
            </a:r>
          </a:p>
          <a:p>
            <a:pPr>
              <a:defRPr sz="2200"/>
            </a:pPr>
            <a:r>
              <a:t>Recommend relevant unseen content.</a:t>
            </a:r>
          </a:p>
          <a:p>
            <a:pPr>
              <a:defRPr sz="2200"/>
            </a:pPr>
            <a:r>
              <a:t>Validate recommendations with ranking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100 synthetic users and 80 content items.</a:t>
            </a:r>
          </a:p>
          <a:p>
            <a:pPr>
              <a:defRPr sz="2200"/>
            </a:pPr>
            <a:r>
              <a:t>User, item, category, platform and interaction fields.</a:t>
            </a:r>
          </a:p>
          <a:p>
            <a:pPr>
              <a:defRPr sz="2200"/>
            </a:pPr>
            <a:r>
              <a:t>Engagement weights: View 1, Like 3, Comment 4, Share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Aggregate repeated user-item interactions.</a:t>
            </a:r>
          </a:p>
          <a:p>
            <a:pPr>
              <a:defRPr sz="2200"/>
            </a:pPr>
            <a:r>
              <a:t>Convert actions to numerical engagement scores.</a:t>
            </a:r>
          </a:p>
          <a:p>
            <a:pPr>
              <a:defRPr sz="2200"/>
            </a:pPr>
            <a:r>
              <a:t>Create a user-item engagement matrix.</a:t>
            </a:r>
          </a:p>
          <a:p>
            <a:pPr>
              <a:defRPr sz="2200"/>
            </a:pPr>
            <a:r>
              <a:t>Use chronological ordering for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Item-based collaborative filtering.</a:t>
            </a:r>
          </a:p>
          <a:p>
            <a:pPr>
              <a:defRPr sz="2200"/>
            </a:pPr>
            <a:r>
              <a:t>Cosine similarity between content items.</a:t>
            </a:r>
          </a:p>
          <a:p>
            <a:pPr>
              <a:defRPr sz="2200"/>
            </a:pPr>
            <a:r>
              <a:t>Score unseen items from previously engaged items.</a:t>
            </a:r>
          </a:p>
          <a:p>
            <a:pPr>
              <a:defRPr sz="2200"/>
            </a:pPr>
            <a:r>
              <a:t>Return Top-K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Chronological holdout: earlier data for training and latest interaction for testing.</a:t>
            </a:r>
          </a:p>
          <a:p>
            <a:pPr>
              <a:defRPr sz="2200"/>
            </a:pPr>
            <a:r>
              <a:t>Precision@K.</a:t>
            </a:r>
          </a:p>
          <a:p>
            <a:pPr>
              <a:defRPr sz="2200"/>
            </a:pPr>
            <a:r>
              <a:t>Recall@K.</a:t>
            </a:r>
          </a:p>
          <a:p>
            <a:pPr>
              <a:defRPr sz="2200"/>
            </a:pPr>
            <a:r>
              <a:t>NDCG@K.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 does not represent a live platform.</a:t>
            </a:r>
          </a:p>
          <a:p>
            <a:pPr>
              <a:defRPr sz="2200"/>
            </a:pPr>
            <a:r>
              <a:t>Cold-start users/items require additional methods.</a:t>
            </a:r>
          </a:p>
          <a:p>
            <a:pPr>
              <a:defRPr sz="2200"/>
            </a:pPr>
            <a:r>
              <a:t>Production use requires privacy, scalability, diversity and online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Hybrid collaborative + content-based models.</a:t>
            </a:r>
          </a:p>
          <a:p>
            <a:pPr>
              <a:defRPr sz="2200"/>
            </a:pPr>
            <a:r>
              <a:t>Matrix factorization or neural recommenders.</a:t>
            </a:r>
          </a:p>
          <a:p>
            <a:pPr>
              <a:defRPr sz="2200"/>
            </a:pPr>
            <a:r>
              <a:t>Freshness, popularity and diversity signals.</a:t>
            </a:r>
          </a:p>
          <a:p>
            <a:pPr>
              <a:defRPr sz="2200"/>
            </a:pPr>
            <a:r>
              <a:t>Online A/B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workflow from raw interactions to personalized recommendations.</a:t>
            </a:r>
          </a:p>
          <a:p>
            <a:pPr>
              <a:defRPr sz="2200"/>
            </a:pPr>
            <a:r>
              <a:t>Top-K ranking provides an understandable baseline.</a:t>
            </a:r>
          </a:p>
          <a:p>
            <a:pPr>
              <a:defRPr sz="2200"/>
            </a:pPr>
            <a:r>
              <a:t>Offline metrics provide measurable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